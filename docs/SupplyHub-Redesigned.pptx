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okg\Downloads\PPT Path\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GlobalSupply.in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SupplyHub — B2B Fulfillment Sales Proposal</dc:title>
  <dc:subject>WMS &amp; OMS Solution for B2B Fulfillment</dc:subject>
  <dc:creator>GlobalSupply.in</dc:creator>
  <cp:lastModifiedBy>GlobalSupply.in</cp:lastModifiedBy>
  <cp:revision>1</cp:revision>
  <dcterms:created xsi:type="dcterms:W3CDTF">2026-06-06T17:22:26Z</dcterms:created>
  <dcterms:modified xsi:type="dcterms:W3CDTF">2026-06-06T17:22:26Z</dcterms:modified>
</cp:coreProperties>
</file>