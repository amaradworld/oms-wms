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&amp; UAT Test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 Training and User-Acceptance 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36576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GlobalSupply.in  •  v1.0  •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training, customer onboarding, and UAT sign-off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and UAT reference for warehouse teams, supervisors, and admins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End-to-End Lifecycle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Stock → Order → Ship → Dispatch — the full journey in 8 steps.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Inbound Process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ASN → GRN → QC → Putaway → Bin. How stock enters your warehouse.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Outbound Process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Wave Picking → Packing → AWB → Manifest → Dispatch.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Inventory Controls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count, FEFO expiry, replenishment, and SKU history.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Returns &amp; RTO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 intake, QC, restock, and reverse pickup.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UAT Test Cases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manual test cases across all modules. Each with pre-conditions, steps, and expected results.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each with a specific scope in the warehouse operation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Cross-tenant, no warehouse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tenants, sees all data, configures global settings.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tenant, all warehouses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their org. Users, settings, integrations, billing.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multi-warehouse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GRNs, manifests, reports, staff management.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Staff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Bin-level operations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Putaway, cycle count, bin transfers, stock adjustments.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/ Packer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operations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picking, scan-to-pack, label print, AWB generation.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 / Returns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&amp; reverse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 creation, RTO intake, return QC, restock.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Order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purchase order to delivery — 8 stages, 3 areas, 1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12801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rot="5400000">
            <a:off x="1755648" y="2103120"/>
            <a:ext cx="16459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37360"/>
            <a:ext cx="12801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218688" y="2103120"/>
            <a:ext cx="164592" cy="182880"/>
          </a:xfrm>
          <a:prstGeom prst="rightTriangle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737360"/>
            <a:ext cx="128016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4681728" y="2103120"/>
            <a:ext cx="164592" cy="182880"/>
          </a:xfrm>
          <a:prstGeom prst="rightTriangle">
            <a:avLst/>
          </a:prstGeom>
          <a:solidFill>
            <a:srgbClr val="7B6CE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2DBE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737360"/>
            <a:ext cx="1280160" cy="1371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rot="5400000">
            <a:off x="6144768" y="2103120"/>
            <a:ext cx="164592" cy="182880"/>
          </a:xfrm>
          <a:prstGeom prst="rightTriangle">
            <a:avLst/>
          </a:prstGeom>
          <a:solidFill>
            <a:srgbClr val="2DBE85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737360"/>
            <a:ext cx="1280160" cy="137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Picking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5400000">
            <a:off x="7607808" y="2103120"/>
            <a:ext cx="164592" cy="182880"/>
          </a:xfrm>
          <a:prstGeom prst="rightTriangle">
            <a:avLst/>
          </a:prstGeom>
          <a:solidFill>
            <a:srgbClr val="EC4899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1737360"/>
            <a:ext cx="12801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070848" y="2103120"/>
            <a:ext cx="16459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36" name="Shape 34"/>
          <p:cNvSpPr/>
          <p:nvPr/>
        </p:nvSpPr>
        <p:spPr>
          <a:xfrm>
            <a:off x="923544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0" y="1737360"/>
            <a:ext cx="12801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923544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23544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(AWB)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rot="5400000">
            <a:off x="10533888" y="2103120"/>
            <a:ext cx="164592" cy="182880"/>
          </a:xfrm>
          <a:prstGeom prst="rightTriangle">
            <a:avLst/>
          </a:prstGeom>
          <a:solidFill>
            <a:srgbClr val="F5A62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9848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98480" y="1737360"/>
            <a:ext cx="128016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43" name="Text 41"/>
          <p:cNvSpPr/>
          <p:nvPr/>
        </p:nvSpPr>
        <p:spPr>
          <a:xfrm>
            <a:off x="1069848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69848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20040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GRN → Putaway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stock from suppliers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51960" y="320040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5196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Wave → Pack → Ship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customer orders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46720" y="320040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4672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→ Dispatch → Deliver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to courier + tracking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like: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" y="493776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45720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fulfillment errors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91840" y="4937760"/>
            <a:ext cx="2697480" cy="4572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59" name="Text 57"/>
          <p:cNvSpPr/>
          <p:nvPr/>
        </p:nvSpPr>
        <p:spPr>
          <a:xfrm>
            <a:off x="329184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329184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picklist processing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4937760"/>
            <a:ext cx="2697480" cy="4572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62" name="Text 60"/>
          <p:cNvSpPr/>
          <p:nvPr/>
        </p:nvSpPr>
        <p:spPr>
          <a:xfrm>
            <a:off x="612648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200" dirty="0"/>
          </a:p>
        </p:txBody>
      </p:sp>
      <p:sp>
        <p:nvSpPr>
          <p:cNvPr id="63" name="Text 61"/>
          <p:cNvSpPr/>
          <p:nvPr/>
        </p:nvSpPr>
        <p:spPr>
          <a:xfrm>
            <a:off x="612648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accuracy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961120" y="4937760"/>
            <a:ext cx="2697480" cy="4572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65" name="Text 63"/>
          <p:cNvSpPr/>
          <p:nvPr/>
        </p:nvSpPr>
        <p:spPr>
          <a:xfrm>
            <a:off x="896112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896112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go-live time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Process — PO to Stock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from supplier purchase order to bin location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7004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03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 (Advance Ship Notice)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00176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 Note (GRN)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33348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 (QC)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66520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26" name="Shape 24"/>
          <p:cNvSpPr/>
          <p:nvPr/>
        </p:nvSpPr>
        <p:spPr>
          <a:xfrm>
            <a:off x="978408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 to Bin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137160" cy="31089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PO in Purchase Orders tab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supplier, SKU, qty, expected 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DRAFT → APPROVED → ISSUED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ASN from supplier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88920" y="2743200"/>
            <a:ext cx="137160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6" name="Text 34"/>
          <p:cNvSpPr/>
          <p:nvPr/>
        </p:nvSpPr>
        <p:spPr>
          <a:xfrm>
            <a:off x="3063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6324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 ships &amp; uploads ASN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ASN shows expected arrival date, items, qty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in Inbound → ASN tab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Helps pre-plan receiving capacity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20640" y="2743200"/>
            <a:ext cx="137160" cy="31089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+ Scan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9496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Truck arrives → create GRN from PO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each SKU, capture batch, MRP, expiry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vendor invoice no. for GST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DRAFT → RECEIVING → RECEIVED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52360" y="2743200"/>
            <a:ext cx="137160" cy="31089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43" name="Shape 41"/>
          <p:cNvSpPr/>
          <p:nvPr/>
        </p:nvSpPr>
        <p:spPr>
          <a:xfrm>
            <a:off x="758952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4" name="Text 42"/>
          <p:cNvSpPr/>
          <p:nvPr/>
        </p:nvSpPr>
        <p:spPr>
          <a:xfrm>
            <a:off x="77266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2668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Per-item QC: PASS or FAIL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Accept/reject quantities separately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Rejected qty tracked, not moved to stock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→ QC_PASSED or QC_FAILED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784080" y="2743200"/>
            <a:ext cx="137160" cy="31089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47" name="Shape 45"/>
          <p:cNvSpPr/>
          <p:nvPr/>
        </p:nvSpPr>
        <p:spPr>
          <a:xfrm>
            <a:off x="992124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5840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 qty flows to GRN-RECEIVED bin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Auto-creates putaway task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Floor staff scans to move to shelf bin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reflects in real-time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flow:  PO[DRAFT] → PO[APPROVED] → ASN[RECEIVING] → GRN[RECEIVING] → GRN[QC_PASSED] → Putaway[IN_PROGRESS] → Putaway[COMPLETED]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— GRN Detail Screen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receive goods: scan items, capture batch, mark QC, approve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7724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Detail — GRN-2024-0042  •  PO-2024-001  •  Status: RECEIVING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7589520" cy="36576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SHK-BLK-9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Shoes (9)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B-2024-A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SHK-WHT-8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Shoes (8)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B-2024-B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TEE-RED-M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Tee (M)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B-2024-C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40233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2DBE8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GRN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40233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5470"/>
          </a:solidFill>
          <a:ln/>
        </p:spPr>
      </p:sp>
      <p:sp>
        <p:nvSpPr>
          <p:cNvPr id="41" name="Text 39"/>
          <p:cNvSpPr/>
          <p:nvPr/>
        </p:nvSpPr>
        <p:spPr>
          <a:xfrm>
            <a:off x="201168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GRN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3280" y="40233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DBDA7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Receive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invoice: INV-2024-118  •  Truck arrived 09:30  •  2 boxes damaged in transit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212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failed for TEE-RED-M: 2 units have stains. Returned to supplier.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  GRN created by Ravi  •  09:35  First scan: SHK-BLK-9  •  09:42  QC marked  •  09:50  Approved by Manager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412480" y="1645920"/>
            <a:ext cx="3291840" cy="45720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50" name="Shape 48"/>
          <p:cNvSpPr/>
          <p:nvPr/>
        </p:nvSpPr>
        <p:spPr>
          <a:xfrm>
            <a:off x="8412480" y="1645920"/>
            <a:ext cx="329184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1" name="Text 49"/>
          <p:cNvSpPr/>
          <p:nvPr/>
        </p:nvSpPr>
        <p:spPr>
          <a:xfrm>
            <a:off x="85953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95360" y="22860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Scan each SKU into Received qty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Enter batch no. and MRP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Mark QC Pass or Fail per item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note if any damage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Click Approve GRN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Putaway tasks auto-created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Inventory updates in real time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Process — Order to Dispatch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stages from customer order to courier handover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Order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marketplace or manual entry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20-30 orders for batch pick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Picking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walks path, scans each SKU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items, pack, generate label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AWB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tracking with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Dispatch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close, hand to courier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— Wave Picking Screen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orders, scan to pick, track progress per SKU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7724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•  IN_PROGRESS  •  3 orders  •  Mumbai Central 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MAN-MQ2K1GDE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194560"/>
            <a:ext cx="1828800" cy="36576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MAN-MQ3K5GDE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2194560"/>
            <a:ext cx="1828800" cy="36576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MAN-MQ4K7GDE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Scan SKU barcode to verify...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13716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7589520" cy="274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SHK-BLK-9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Running Shoes (9)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4904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1/2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TEE-RED-M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Tee (M)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with Short Pick (1 remaining)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1645920"/>
            <a:ext cx="3291840" cy="45720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8" name="Shape 36"/>
          <p:cNvSpPr/>
          <p:nvPr/>
        </p:nvSpPr>
        <p:spPr>
          <a:xfrm>
            <a:off x="8412480" y="1645920"/>
            <a:ext cx="329184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Wave Picking Works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95360" y="22860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wave from 20-30 orders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Start wave → status IN_PROGRESS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Picker scans each SKU in turn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System tracks scanned vs ordered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Partial scans flagged in amber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Option to process with short pick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All items picked → move to PACKING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Order status auto-updates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— Packing Station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items, pack, generate invoice + label, generate AWB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7724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Station  •  Order #MAN-MQ2K1GDE  •  Guest Billing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SHK-BLK-9  Black Running Shoes (9)         Qty: 2        [✓ 2/2 Packed]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943600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SKU to pack...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2880360"/>
            <a:ext cx="1371600" cy="4572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Log: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21:52:30   SHK-BLK-9  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21:52:34   SHK-BLK-9  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3520440"/>
            <a:ext cx="2560320" cy="228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Pre-Shipment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931920"/>
            <a:ext cx="2377440" cy="3657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Download Invoice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0" y="4389120"/>
            <a:ext cx="2377440" cy="3657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Generate AWB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4846320"/>
            <a:ext cx="2377440" cy="3657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4846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  Print Label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5303520"/>
            <a:ext cx="237744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Add to Manifest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Summary: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Items: 2   |   Packed: 2   |   Pending: 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12480" y="1645920"/>
            <a:ext cx="3291840" cy="45720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1645920"/>
            <a:ext cx="3291840" cy="1371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Pack-Ship Workflow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0" y="22860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Scan each SKU to verify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System tracks qty per SKU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When all packed: enable AWB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Download GST invoice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Select courier + generate AWB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Print shipping label (Uniware format)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Add to manifest for batch dispatch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Order moves to SHIPPED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Bin-level accuracy, batch/expiry tracking, automated replenishment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stock across 1 to 100+ warehouses. Transfer between facilities with full audit trail.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Bin-Level 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tracked by SKU + EPC code. Real-time qty per bin, per batch, per expiry.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count: staff counts, system reconciles, variance report auto-generated.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Expiry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First-Expiry-First-Out picking logic. Critical for F&amp;B, pharma, cosmetics.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when bin stock drops below reorder point. Generates putaway task.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History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every location, with running balance. Try getting this from Zoho.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RTO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returns and reverse pickup — closed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F5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194560" cy="1371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Created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70048" y="2103120"/>
            <a:ext cx="118872" cy="182880"/>
          </a:xfrm>
          <a:prstGeom prst="rightTriangle">
            <a:avLst/>
          </a:prstGeom>
          <a:solidFill>
            <a:srgbClr val="FF5470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737360"/>
            <a:ext cx="21945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Pickup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001768" y="2103120"/>
            <a:ext cx="118872" cy="182880"/>
          </a:xfrm>
          <a:prstGeom prst="rightTriangle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737360"/>
            <a:ext cx="219456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Intake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333488" y="2103120"/>
            <a:ext cx="118872" cy="182880"/>
          </a:xfrm>
          <a:prstGeom prst="rightTriangle">
            <a:avLst/>
          </a:prstGeom>
          <a:solidFill>
            <a:srgbClr val="7B6C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2DBE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737360"/>
            <a:ext cx="2194560" cy="1371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23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QC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665208" y="2103120"/>
            <a:ext cx="118872" cy="182880"/>
          </a:xfrm>
          <a:prstGeom prst="rightTriangle">
            <a:avLst/>
          </a:prstGeom>
          <a:solidFill>
            <a:srgbClr val="2DBE85"/>
          </a:solidFill>
          <a:ln/>
        </p:spPr>
      </p:sp>
      <p:sp>
        <p:nvSpPr>
          <p:cNvPr id="26" name="Shape 24"/>
          <p:cNvSpPr/>
          <p:nvPr/>
        </p:nvSpPr>
        <p:spPr>
          <a:xfrm>
            <a:off x="978408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840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/ Refund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1124712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017520"/>
            <a:ext cx="137160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Return Outcomes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3749040"/>
            <a:ext cx="137160" cy="21945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Restock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is in original condition → scan to bin, inventory restored, refund issued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3749040"/>
            <a:ext cx="137160" cy="21945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Refund Only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916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damaged or used → mark as bad inventory, refund issued, no restock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3749040"/>
            <a:ext cx="137160" cy="21945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Vendor Return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1248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batch → create gatepass to send back to supplier, no refund to customer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Tasks — Setup &amp;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tasks for tenant admins and warehouse managers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45920"/>
            <a:ext cx="137160" cy="109728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Warehouses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Warehouse → Add. Set code, GSTIN, address, contact.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645920"/>
            <a:ext cx="137160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Bin Locations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Bin Locations → Bulk Create. Format: AISLE-RACK-SHELF (e.g. A-01-B).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34640"/>
            <a:ext cx="137160" cy="109728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Suppliers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→ Suppliers → Add. Code, name, GSTIN, contact, payment terms.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83464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2834640"/>
            <a:ext cx="137160" cy="109728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SKUs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2918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Import → SKU. CSV with code, name, brand, HSN, MRP, weight, dimensions.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23360"/>
            <a:ext cx="137160" cy="109728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&amp; Roles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Users → Invite. Assign role: Warehouse Mgr, Picker, Packer, etc.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02336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4023360"/>
            <a:ext cx="137160" cy="10972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Couriers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Integrations → Couriers. Enter API token for Delhivery, BlueDart, etc.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5212080"/>
            <a:ext cx="137160" cy="109728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303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Reorder Points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5669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Reorder Config. Per-warehouse per-SKU min/max levels.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521208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5212080"/>
            <a:ext cx="137160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5303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Integrations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5669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Integrations → Channels. Shopify, Amazon, Nykaa, Myntra, etc.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— Test Plan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manual test cases across 6 modules. Each with pre-conditions, steps, and expected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27432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(6 tests)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PO-001 to PO-006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7432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+ QC (5 tests)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GRN-001 to GRN-005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7432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(5 tests)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INV-001 to INV-005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645920"/>
            <a:ext cx="27432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909828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(6 tests)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ORD-001 to ORD-006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27432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0507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(4 tests)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PCK-001 to PCK-004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840480"/>
            <a:ext cx="27432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3337560" y="400507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(3 tests)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4617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RET-001 to RET-003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840480"/>
            <a:ext cx="27432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400507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(3 tests)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617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ADM-001 to ADM-003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deck:  1. Read pre-conditions  •  2. Execute test steps in order  •  3. Verify expected result  •  4. Mark Pass/Fail in the last column  •  5. Sign-off on completion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Inbound (PO + ASN)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cases for the Inbound (PO + ASN)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Purchase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 as Warehouse Manager. Supplier exists in system.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Inbound → Purchase Orders → New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supplier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Add 2 SKUs with qty 10 and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Click Create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created with status DRAFT. PO number auto-generated.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DRAFT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exists in DRAFT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the DRAFT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Approve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Confirm approval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changes to APPROVED. ASN can now be linked.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ASN to an APPROVED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is APPROVED.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Add ASN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expected date, qty, vehicle no.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 ASN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 visible in Inbound → ASN tab with status EXPECTED.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a partial shipment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 exists with qty 10. Supplier delivers 8.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ASN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Receive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received qty = 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 marked PARTIALLY_RECEIVED. PO status remains APPROVED.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a Purchase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in DRAFT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Reject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Provide rejection reason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status changes to REJECTED. ASN cannot be created.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POs via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 in correct format.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Inbound →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Upload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created in bulk. Import summary shows count of created/failed.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GRN + Quality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cases for the GRN + Quality Check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GRN from a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is APPROVED. ASN is RECEIVING.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the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Select received qty per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created in DRAFT status. GRN number auto-generated.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items into a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exists in DRAFT.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Scan to Receive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each item barcode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System increments received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qty increases per scan. Audit log shows each scan.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items as QC Pass / 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has all items received.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For each item, mark QC Pass or 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accepted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status set per item. Rejected qty tracked separately.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QC-passed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items have QC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Approve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Confirm approval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status → QC_PASSED. Putaway tasks auto-created. Inventory reflected.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an entire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has critical defects.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Reject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Provide reason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status → REJECTED. No putaway tasks created. Supplier notified.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Inventory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cases for the Inventory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SKUs via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 with SKU details.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Inventory →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Upload SKU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SKUs created. EPC codes auto-generated. Import summary shown.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blind cycle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has known quantity.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Inventory → Cycle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counted qty (different from actual)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report generated. Adjustment posted after manager approval.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reorder point for an SKU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and bin exist.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SKU 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Set reorder point =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stock &lt; 10, replenishment alert raised automatically.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SKU history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has movements.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SKU History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Search for SKU 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View event timeline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events shown with running balance. Source/target facility tracked.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stock between bins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bins exist, stock in source.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Inventory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Transfer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Select destination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Confirm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moved. Transfer logged in SKU history.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Outbound (Orders + Wave)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cases for the Outbound (Orders + Wave)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order from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integration active.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Wait for sync OR click Sync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Find the new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appears with status PENDING. Source = marketplace name.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create an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and SKU exist.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Orders → New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customer, address, items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created with status PENDING. Order number generated.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wave from pending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orders in PENDING.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Wave Picking → New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Name the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Select 5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Create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created with status PENDING. Order statuses → PROCESSING.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in PENDING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Start Picking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→ IN_PROGRESS. Order statuses → PICKING.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items while wave picking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IN_PROGRESS.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an order tab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each SKU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Verify qty increments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 qty increases per scan. Partial status shown in amber.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with short pick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has partial scan (e.g., 1/2).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Process with Short Pick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→ PACKING. Item marked PICKED despite short count.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Packing Station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 cases for the Packing Station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an order (full qty)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in PACKING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Packing → Ready to Pack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each SKU to full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Verify all packed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Invoice + Generate AWB buttons enabled.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over-scanning per SKU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has 1 unit of SKU X.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order in packing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Scan SKU 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Try scanning SKU X again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scan rejected. Error: "already packed 1/1".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invoice and AWB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items packed.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Click Download Invoice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courier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Generate AWB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invoice downloaded. AWB number shown. Order → SHIPPED.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Reprint invoice from Recently Packed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in SHIPPED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Packing → Recently Packed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Find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Invoice button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PDF re-downloaded. Same format as original.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Returns &amp; RTO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cases for the Returns &amp; RTO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customer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is SHIPPED or DELIVERED.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Returns → New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Mark items as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created in INITIATED status. Reverse pickup scheduled.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returned items at warehouse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in TRANSIT status, items arrived.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Scan each returned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Mark condition: Good / Damaged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status → RECEIVED. QC step enabled.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 a returned item to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in QC_PASSED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For each item, choose Restock or Refund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For restock, select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Restock: inventory +1 in chosen bin. If Refund: bad inventory. Return → CLOSED.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Administration &amp;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cases for the Administration &amp; Setup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 as Tenant Admin.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Admin → Users → Invite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email, name, role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Send Invite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created in INVITED status. Email sent (if SMTP configured).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a courier integration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Courier API token available.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Admin → Integrations → Couriers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Delhivery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Paste API token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Courier marked as CONFIGURED. AWB generation uses real API.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Bulk-create bin locations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exists.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Admin → Bins → Bulk Create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pattern (e.g. A-01-A to A-05-D)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Generate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matching bin locations created. Visible in bin picker.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— Overall Execution Tracker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module progress as testers complete each suite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03120"/>
            <a:ext cx="137160" cy="4572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26771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06040"/>
            <a:ext cx="13716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606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+ QC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277063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108960"/>
            <a:ext cx="137160" cy="45720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108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1148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2648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327355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3611880"/>
            <a:ext cx="137160" cy="45720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3611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2860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1148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02920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12648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377647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4114800"/>
            <a:ext cx="137160" cy="45720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4114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28600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20040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11480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02920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12648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15200" y="427939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" y="4617720"/>
            <a:ext cx="13716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6" name="Text 64"/>
          <p:cNvSpPr/>
          <p:nvPr/>
        </p:nvSpPr>
        <p:spPr>
          <a:xfrm>
            <a:off x="731520" y="4617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28600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20040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11480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502920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12648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315200" y="478231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3" name="Text 71"/>
          <p:cNvSpPr/>
          <p:nvPr/>
        </p:nvSpPr>
        <p:spPr>
          <a:xfrm>
            <a:off x="7315200" y="4617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75" name="Shape 73"/>
          <p:cNvSpPr/>
          <p:nvPr/>
        </p:nvSpPr>
        <p:spPr>
          <a:xfrm>
            <a:off x="457200" y="5120640"/>
            <a:ext cx="137160" cy="4572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6" name="Text 74"/>
          <p:cNvSpPr/>
          <p:nvPr/>
        </p:nvSpPr>
        <p:spPr>
          <a:xfrm>
            <a:off x="731520" y="5120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286000" y="5120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200400" y="5120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114800" y="5120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5029200" y="5120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6126480" y="5120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315200" y="528523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3" name="Text 81"/>
          <p:cNvSpPr/>
          <p:nvPr/>
        </p:nvSpPr>
        <p:spPr>
          <a:xfrm>
            <a:off x="731520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5" name="Text 83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32 tests across 7 modules  •  Target: 100% Pass  •  Acceptance: &lt; 2 Critical, &lt; 5 High defects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— Defect Log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any failures found during testing. Use this format for triage.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2743200"/>
                <a:gridCol w="1097280"/>
                <a:gridCol w="3200400"/>
                <a:gridCol w="1097280"/>
                <a:gridCol w="12801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to Reproduce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Over-scan allowed when order has 0 qty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Create order with 0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Open in Packing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SKU 3 times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count variance not shown in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Run cycle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wrong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Check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legend: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5486400"/>
            <a:ext cx="137160" cy="3657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blocks testing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5486400"/>
            <a:ext cx="13716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major feature broken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5486400"/>
            <a:ext cx="13716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minor feature issue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61120" y="5486400"/>
            <a:ext cx="137160" cy="3657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5" name="Text 12"/>
          <p:cNvSpPr/>
          <p:nvPr/>
        </p:nvSpPr>
        <p:spPr>
          <a:xfrm>
            <a:off x="923544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cosmetic / typo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&amp; Setup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test environment is ready before starting UAT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Production-like staging environment at oms-wms-staging.onrender.com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database seeded with 50+ SKUs, 8+ bins, 5+ 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Couriers in TEST mode (no real AWBs generated)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Cloudflare / CDN disabled for direct API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864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81051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4231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admin@supplyhub-test.com  •  Tenant Admin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mgr.mumbai@supplyhub-test.com  •  Warehouse 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picker1@supplyhub-test.com  •  Picker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packer1@supplyhub-test.com  •  Packer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passwords: Test@1234 (change after first login)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54864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18795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POs (mix of DRAFT, APPROVED, ASN linked)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GRNs (mix of RECEIVING, QC_PASSED, QC_FAILED)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orders (mix of PENDING, PROCESSING, PICKING, PACKING, SHIPPED)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closed manifest for re-print testing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customer returns (3 items)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023360"/>
            <a:ext cx="54864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18795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Access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Browser: Chrome latest, Firefox 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devices: 1 desktop, 1 mobile (Android), 1 scanner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reader for invoice/label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tracker: Linear / Jira / GitHub Issues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Slack/Teams channel for live 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 100% pass on Critical &amp; High tests. &lt; 5 Medium defects.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743200"/>
                <a:gridCol w="182880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Lead (Client)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 (SupplyHub)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4572000"/>
            <a:ext cx="137160" cy="164592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983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32 UAT test cases executed and signed 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open Critical or High severity defects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5 open Medium severity defects (with workaround)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key workflows demonstrated: Inbound, Outbound, Returns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PDFs (Invoice, Label, Manifest) match Uniware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Performance: any page loads in &lt; 3 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Go-live date and training schedule confirmed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User Training &amp; UAT  |  globalsupply.in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🎉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Go Live!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team. Run UAT. Sign off. Ship.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457200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3DBDA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572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Schedule a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457200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4572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 This Deck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457200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2DBE85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4572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a Free 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globalsupply.in  •  hello@globalsupply.in  •  India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GlobalSupply.in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SupplyHub — Process Flow &amp; UAT</dc:title>
  <dc:subject>User Training &amp; UAT Test Cases</dc:subject>
  <dc:creator>GlobalSupply.in</dc:creator>
  <cp:lastModifiedBy>GlobalSupply.in</cp:lastModifiedBy>
  <cp:revision>1</cp:revision>
  <dcterms:created xsi:type="dcterms:W3CDTF">2026-06-06T17:51:28Z</dcterms:created>
  <dcterms:modified xsi:type="dcterms:W3CDTF">2026-06-06T17:51:28Z</dcterms:modified>
</cp:coreProperties>
</file>